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SBI DOST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8BDF8"/>
                </a:solidFill>
                <a:latin typeface="Calibri"/>
              </a:defRPr>
            </a:pPr>
            <a:r>
              <a:t>Autonomous Personal Finance Concierge &amp; Agentic Advisor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Unlocking Digital Engagement through Proactive Agentic Banking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1828800" cy="36576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SBI Hackathon @ Global Fintech Fest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Pillar: Digital Engagement  •  Theme: Agentic AI &amp; Emerging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Team: Jatin Garg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The Digital Engagement Gap in Indian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B6C65"/>
                </a:solidFill>
                <a:latin typeface="Calibri"/>
              </a:defRPr>
            </a:pPr>
            <a:r>
              <a:t>Banks are losing customers, revenue, and trust due to passive, reactive digital experiences.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2606040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Silent Financial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Customers lose ₹10,000+ annually to forgotten recurring mandates (streaming, gym, cloud storage) that auto-debit without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39" y="2377440"/>
            <a:ext cx="2606040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19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19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Passive Account Engagement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19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Idle cash sits in savings accounts earning 3.0% when SBI FDs/MFs offer 6-8%. Banks miss cross-sell due to lack of proactive outreach.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59" y="2377440"/>
            <a:ext cx="2606040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39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39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Reactive Budget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39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Standard apps notify AFTER overspend. No mechanism exists to predict and prevent budget breaches in real-time.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2377440"/>
            <a:ext cx="2606040" cy="54864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Support Desk Overload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Multi-step queries (mandate blocking, audit, transfers) overwhelm call centers. 60% of tickets are automatable.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SBI Dost: Proactive, Secure, Agentic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B6C65"/>
                </a:solidFill>
                <a:latin typeface="Calibri"/>
              </a:defRPr>
            </a:pPr>
            <a:r>
              <a:t>An autonomous AI concierge that monitors, advises, and acts — with full user control and transparency.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4864" cy="1828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🔍 Proactive Mandate Auditor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Continuously monitors recurring auto-debit mandates. Detects subscriptions unused for 60/90/120 days. Recommends and executes cancellations under RBI guidelines (Policy S-812).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8600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4864" cy="18288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🧠 RAG-Powered Policy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26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Before executing any transfer, the agent queries a vector database of SBI policies. Validates transfer limits (Policy L-204: ₹20K daily cap), OTP thresholds, and beneficiary compliance.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4297680"/>
            <a:ext cx="54864" cy="18288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🛡️ Human-in-the-Loop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All monetary actions require explicit user authorization via a visual OTP approval card. The agent plans, verifies, then HALTS for human confirmation before executing core banking APIs.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29768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4297680"/>
            <a:ext cx="54864" cy="18288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📊 Reasoning Transparency Console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937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Displays the agent's THOUGHT → ACTION → OBSERVATION chain directly to the user. Builds algorithmic trust by showing exactly how decisions are made — no black boxes.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The ReAct (Reasoning &amp; Action) Agentic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1719072" cy="54864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2416" y="2194560"/>
            <a:ext cx="548640" cy="54864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User Query</a:t>
            </a:r>
            <a:br/>
            <a:r>
              <a:t>or Trigger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Natural language input</a:t>
            </a:r>
            <a:br/>
            <a:r>
              <a:t>or proactive anomaly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6272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9152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9152" y="2011680"/>
            <a:ext cx="1719072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44368" y="219456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0592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Policy RAG</a:t>
            </a:r>
            <a:br/>
            <a:r>
              <a:t>Lookup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search_sbi_policy()</a:t>
            </a:r>
            <a:br/>
            <a:r>
              <a:t>fetches banking limits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1104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61104" y="2011680"/>
            <a:ext cx="1719072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46320" y="219456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Balance &amp;</a:t>
            </a:r>
            <a:br/>
            <a:r>
              <a:t>Recipient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2544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get_balance()</a:t>
            </a:r>
            <a:br/>
            <a:r>
              <a:t>check_recipient()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63056" y="2011680"/>
            <a:ext cx="1719072" cy="54864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48272" y="21945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4496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Reasoning</a:t>
            </a:r>
            <a:br/>
            <a:r>
              <a:t>Trace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THOUGHT → ACTION</a:t>
            </a:r>
            <a:br/>
            <a:r>
              <a:t>→ OBSERVATION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65008" y="2011680"/>
            <a:ext cx="1719072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50224" y="219456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HITL Security</a:t>
            </a:r>
            <a:br/>
            <a:r>
              <a:t>Guardrail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OTP Approval</a:t>
            </a:r>
            <a:br/>
            <a:r>
              <a:t>Required &gt; ₹10,000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66960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66960" y="2011680"/>
            <a:ext cx="1719072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552176" y="21945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API Execution</a:t>
            </a:r>
            <a:br/>
            <a:r>
              <a:t>&amp; Update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execute_transfer()</a:t>
            </a:r>
            <a:br/>
            <a:r>
              <a:t>Budgets refreshed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846320"/>
            <a:ext cx="1069848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Calibri"/>
              </a:defRPr>
            </a:pPr>
            <a:r>
              <a:t>LIVE EXAMPLE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30352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Consolas"/>
              </a:defRPr>
            </a:pPr>
            <a:r>
              <a:t>User: "Settle my rent of ₹12,000"  →  THOUGHT: Check balance  →  ACTION: get_balance() → 45,000  →  THOUGHT: Within L-204 limits but &gt; 10K threshold  →  ACTION: search_sbi_policy()  →  HITL: OTP Card Shown  →  User Approves  →  ACTION: execute_transfer() → Success  →  Balance: ₹33,000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Architecture &amp; Technology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" cy="82296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Frontend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Vite + React</a:t>
            </a:r>
            <a:br/>
            <a:r>
              <a:t>Vanilla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Tabbed multi-page SaaS dashboard</a:t>
            </a:r>
            <a:br/>
            <a:r>
              <a:t>with hybrid dark-peach theme,</a:t>
            </a:r>
            <a:br/>
            <a:r>
              <a:t>glassmorphic panels, micro-animations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61488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761488"/>
            <a:ext cx="54864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9864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Agent Core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98648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ReAct Loop</a:t>
            </a:r>
            <a:br/>
            <a:r>
              <a:t>(JavaScript)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807208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Custom Reasoning &amp; Action loop:</a:t>
            </a:r>
            <a:br/>
            <a:r>
              <a:t>Thought → Plan → Tool Call</a:t>
            </a:r>
            <a:br/>
            <a:r>
              <a:t>→ Result → Response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94176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694176"/>
            <a:ext cx="54864" cy="8229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1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Policy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831336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Vector Database</a:t>
            </a:r>
            <a:br/>
            <a:r>
              <a:t>(Chroma / pgvector)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739896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Indexes SBI banking policies,</a:t>
            </a:r>
            <a:br/>
            <a:r>
              <a:t>FAQs, transfer circulars for</a:t>
            </a:r>
            <a:br/>
            <a:r>
              <a:t>dynamic policy verification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26864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626864"/>
            <a:ext cx="54864" cy="8229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6402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Security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764024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HITL Guardrails</a:t>
            </a:r>
            <a:br/>
            <a:r>
              <a:t>+ OTP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672584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Blocks all debit APIs until</a:t>
            </a:r>
            <a:br/>
            <a:r>
              <a:t>explicit user authorization.</a:t>
            </a:r>
            <a:br/>
            <a:r>
              <a:t>Prompt injection guards.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559552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5559552"/>
            <a:ext cx="54864" cy="8229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696712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Mock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569671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SBI Core Banking</a:t>
            </a:r>
            <a:br/>
            <a:r>
              <a:t>Simulator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60527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Accounts, Transactions,</a:t>
            </a:r>
            <a:br/>
            <a:r>
              <a:t>Budgets, Mandates, Beneficiaries</a:t>
            </a:r>
            <a:br/>
            <a:r>
              <a:t>— fully stateful sandbox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 CASE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B221F"/>
                </a:solidFill>
                <a:latin typeface="Calibri"/>
              </a:defRPr>
            </a:pPr>
            <a:r>
              <a:t>Proactive Subscription Leakage Detection &amp; Mandate Blocking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Agent Workflow (ReAct Trace):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66CC"/>
                </a:solidFill>
                <a:latin typeface="Consolas"/>
              </a:defRPr>
            </a:pPr>
            <a:r>
              <a:t>GOAL: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Scan active recurring mandates for utilization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THOUGHT: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Checking RBI guidelines for mandate cancellation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918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search_sbi_policy('mandate cancellation') → Policy S-812: Customer can block mandates instantly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9476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get_subscriptions() → Found 3 active mandates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THOUGHT: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97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Streaming Premium unused for 120 days (₹699/mo). Gym unused for 75 days (₹1,500/mo)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9E0B"/>
                </a:solidFill>
                <a:latin typeface="Consolas"/>
              </a:defRPr>
            </a:pPr>
            <a:r>
              <a:t>RESPONSE: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006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Recommend blocking Streaming Premium. Annual savings: ₹8,388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03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cancel_subscription('Streaming Premium') → Success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828800"/>
            <a:ext cx="50292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Business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₹8,388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9260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Annual savings per customer from blocking 1 leaky mandate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38327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120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74903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Average idle time before Dost detects and flags mandate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206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Policy S-812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572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RBI mandate allows instant digital cancellation — no vendor clearance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394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Estimated reduction in mandate-related support tickets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 CASE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B221F"/>
                </a:solidFill>
                <a:latin typeface="Calibri"/>
              </a:defRPr>
            </a:pPr>
            <a:r>
              <a:t>Conversational Fund Transfer with RAG Policy Limits &amp; HITL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Agent Workflow (ReAct Trace):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66CC"/>
                </a:solidFill>
                <a:latin typeface="Consolas"/>
              </a:defRPr>
            </a:pPr>
            <a:r>
              <a:t>GOAL: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Transfer ₹12,000 for monthly rent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614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6148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get_balance() → Balance: ₹45,000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3697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3697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search_sbi_policy('transfer limits') → Policy L-204: Daily cap ₹20,000. OTP required &gt; ₹10,000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1246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THOUGHT: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1246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₹12,000 is within daily cap but exceeds ₹10K OTP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87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1879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check_recipient('Landlord') → Acc: XXXXXX3210, SBI, IFSC: SBIN0000001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Consolas"/>
              </a:defRPr>
            </a:pPr>
            <a:r>
              <a:t>⚠️ HITL: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Authorization prompt dispatched → OTP Card shown to 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389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13892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execute_transfer('Landlord', 12000) → TXN ID: SBI-482916354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144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RESULT: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61441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New Balance: ₹33,000. Rent budget category updated.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828800"/>
            <a:ext cx="5029200" cy="4297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🛡️ Human-in-the-Loop Security Guardrail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Transaction exceeds ₹10,000 threshold (Policy L-204). Explicit authorization required: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3108960"/>
            <a:ext cx="438912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3291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291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Transfer Funds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703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Recipient: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703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Landlord Rent Account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114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Account: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114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XXXXXX3210 (SBI)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526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Amount: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₹12,000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0" y="5029200"/>
            <a:ext cx="20116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 Authorize &amp; Transfer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5029200"/>
            <a:ext cx="164592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F4444"/>
                </a:solidFill>
              </a:rPr>
              <a:t>✗ Cancel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Commercial Potential &amp; Revenue Drivers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394960" cy="54864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Fee Income via Cross-Selling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Identifies idle balances and proactively recommends SBI Mutual Funds, Fixed Deposits, and Insurance. Increases digital product cross-sell conversion by contextualizing offers.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82880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828800"/>
            <a:ext cx="5394960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057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Increased AUM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Goal-based micro-savings auto-routes round-ups and excess cash into SBI wealth products, growing total assets under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5394960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❤️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34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Customer Retention (LTV)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83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Proactive financial health monitoring (leakage detection, budget alerts) transforms SBI from a utility into a trusted wealth partner. Higher NPS, lower churn.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20624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5080" y="4206240"/>
            <a:ext cx="5394960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434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Support Cost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983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Autonomously resolves mandate blocks, transaction audits, budget checks, and transfers. Reduces call center ticket volume by 35-40%.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LIVE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B221F"/>
                </a:solidFill>
                <a:latin typeface="Calibri"/>
              </a:defRPr>
            </a:pPr>
            <a:r>
              <a:t>Fully Functional Interactive Dashboard — Ready for Phase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📊 Overview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Real-time balance metrics, transaction log table, budget alert progress bars, and proactive agent notification cards.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828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🤖 AI Dost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60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Conversational chat with live ReAct reasoning console showing THOUGHT → ACTION → OBSERVATION traces.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📋 Mandate Auditor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846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Tabular audit of all recurring auto-debits with idle-day tracking, leakage risk badges, and one-click mandate blocking.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4114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💹 Budgets &amp; Goals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846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Category budget trackers (Dining, Shopping, Rent), savings goal progress, and yield optimization recommendations.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1828800"/>
            <a:ext cx="5486400" cy="5486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0" y="1371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8BDF8"/>
                </a:solidFill>
                <a:latin typeface="Calibri"/>
              </a:defRPr>
            </a:pPr>
            <a:r>
              <a:t>SBI Dost — Autonomous Personal Finance Concierge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3383280"/>
            <a:ext cx="2286000" cy="36576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840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Prototype Live  •  GitHub Repository Ready  •  3-Minute Demo 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754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Team: Jatin Garg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12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Pillar: Digital Engagement  •  Theme: Agentic AI &amp; Emerging Tech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